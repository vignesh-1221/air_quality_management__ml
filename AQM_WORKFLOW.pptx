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31"/>
  </p:normalViewPr>
  <p:slideViewPr>
    <p:cSldViewPr snapToGrid="0">
      <p:cViewPr varScale="1">
        <p:scale>
          <a:sx n="101" d="100"/>
          <a:sy n="101" d="100"/>
        </p:scale>
        <p:origin x="7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934C-E208-D164-2D2D-6F5242737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08D32-29EC-34CF-05E6-AC30442B0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54BCC-7F1C-F81F-BA43-5F27F63B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9049-40F8-9CF9-5C3A-88319E57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66F3-5F7C-F46A-A6F9-94AF7148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0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371B-B5D3-5FF4-F239-EB5282CB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33089-6A7C-C410-0F15-617306D15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15A69-C053-541D-B9B7-83786D7A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8FD91-271E-4B24-8EE9-BC099A7F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84513-5DB8-601B-D4E3-084B8D71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1512-5827-6D59-338F-B262920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88B69-3EC6-0C5C-69B4-E93B54F70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2315-289C-261E-E263-8F558DEE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75C0C-03B1-E240-00AD-9A1CD403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C2F75-AA0E-CD0C-4202-4ED2D7C2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E2DC-A82F-6AA4-7CA6-4AE2407B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123F-0D65-ABCC-CEDE-BCE539E4A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50490-6ECA-5DF0-6C30-5F424093F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619BD-B982-8B11-34BA-3ED681D1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C47CD-556D-6288-B696-114E96ED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1DF07-E304-7F87-E9D9-04794579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6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40DE-8F75-14E5-18FC-1F4B73EA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59EF1-8852-874C-DC41-40C77D10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0CA53-2EC1-E8D5-0DB4-F5323608C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09956-E543-1C9E-9B6B-5FCE18826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E1510-B2F4-6C4A-60BB-D44C1BE19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73F5F-7323-57F7-8913-3DC359AC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52DFB-DB3D-97FC-18DF-6F394024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9DFDF-FAFC-D6DD-14F1-345E6935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4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FC5D-AD0F-7E4D-3544-466E08A4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5E860-9669-A0AD-AEF4-412B0305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50D08-5209-37C6-4C4D-5203F161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2E732-B1CC-4DC8-FA80-6DCCFF0C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3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BB5F5-ABE9-8944-0FA5-94495B79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F5F31-588C-A812-9B1D-C9475E885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D8D15-C110-F279-BCD6-DB164388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9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6600-8CBE-B6DE-8E58-B893B659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7C50-E4B0-A94D-A1EF-FFA63AB5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C47B1-5E43-FE10-AE12-A9D8A1FDC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FCFF9-F11E-22E2-AA5B-B432D8F7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A94E8-857A-9DEA-81EA-40BAE918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AA153-45BE-4FB1-9AB4-3F667216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1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2F3D-007E-AE23-1007-7A1855FF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B0180-DB52-5554-A327-D7836D4D5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82BD7-DC86-CB1F-B38B-44E1F37A9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62AF7-40CA-9BA4-37F1-3E17720B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E9B07-0835-3138-7139-CC4010A5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BA342-D551-912C-6885-A90D8C99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0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2ACC-E389-C204-B352-523845AF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491A-4682-1CD5-1468-91D8B67F3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B012-F736-273D-409B-89620682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007DF-4F36-18A6-6C27-6B0E03C4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26230-14B6-9F3E-B7D2-6B7EAC3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E5B9F-0470-BC88-AB7D-560CD09BD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16ED8-29EB-F3E2-4C26-DB699A806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4BC4-FD1D-D068-B5D8-911407CC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3EFC-2732-FE1D-8266-8F2A642D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DC1-0391-FF89-BB7A-8888EA0E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5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E69F7-988F-1B2E-BF7D-609C8C5A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A261-171B-53B1-F1D2-E483B0C1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3114-3FBB-685D-BED4-3D56013CA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0F308-3A54-154C-B2AA-EC5E893CC564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D349D-8A11-30FC-300D-E685D3889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8CF48-8C0E-2C09-7548-E9DEF2731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98937-45C5-1E4A-96A3-CCFD2F22B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4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F44E25C-8B72-CA3A-CF0D-A9DEA7502634}"/>
              </a:ext>
            </a:extLst>
          </p:cNvPr>
          <p:cNvGrpSpPr/>
          <p:nvPr/>
        </p:nvGrpSpPr>
        <p:grpSpPr>
          <a:xfrm>
            <a:off x="2342433" y="452075"/>
            <a:ext cx="2294113" cy="2291125"/>
            <a:chOff x="1223637" y="591925"/>
            <a:chExt cx="2429521" cy="25065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C7AC14-CC23-71EF-0A3A-35CCB47023EF}"/>
                </a:ext>
              </a:extLst>
            </p:cNvPr>
            <p:cNvSpPr/>
            <p:nvPr/>
          </p:nvSpPr>
          <p:spPr>
            <a:xfrm>
              <a:off x="1223637" y="591925"/>
              <a:ext cx="2429521" cy="250653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99FFE4-2B96-C99B-E2A4-2442D1C7CAE6}"/>
                </a:ext>
              </a:extLst>
            </p:cNvPr>
            <p:cNvGrpSpPr/>
            <p:nvPr/>
          </p:nvGrpSpPr>
          <p:grpSpPr>
            <a:xfrm>
              <a:off x="1378855" y="963063"/>
              <a:ext cx="2119086" cy="1588463"/>
              <a:chOff x="4367603" y="651092"/>
              <a:chExt cx="2119086" cy="158846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222F9-FF6D-607A-44BE-29CBDBF9D7AB}"/>
                  </a:ext>
                </a:extLst>
              </p:cNvPr>
              <p:cNvSpPr/>
              <p:nvPr/>
            </p:nvSpPr>
            <p:spPr>
              <a:xfrm>
                <a:off x="4367603" y="1669400"/>
                <a:ext cx="2119086" cy="5701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ESP-32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4F7D2DD-D8D5-9D0A-801E-1CBFBF76269B}"/>
                  </a:ext>
                </a:extLst>
              </p:cNvPr>
              <p:cNvSpPr/>
              <p:nvPr/>
            </p:nvSpPr>
            <p:spPr>
              <a:xfrm>
                <a:off x="4367603" y="651092"/>
                <a:ext cx="2119086" cy="6386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CO-B4 Sensor</a:t>
                </a:r>
              </a:p>
            </p:txBody>
          </p:sp>
        </p:grpSp>
      </p:grpSp>
      <p:sp>
        <p:nvSpPr>
          <p:cNvPr id="10" name="Cloud 9">
            <a:extLst>
              <a:ext uri="{FF2B5EF4-FFF2-40B4-BE49-F238E27FC236}">
                <a16:creationId xmlns:a16="http://schemas.microsoft.com/office/drawing/2014/main" id="{6DF8ED1A-A26A-2BC1-5610-1332B47AF4BC}"/>
              </a:ext>
            </a:extLst>
          </p:cNvPr>
          <p:cNvSpPr/>
          <p:nvPr/>
        </p:nvSpPr>
        <p:spPr>
          <a:xfrm>
            <a:off x="5490470" y="1065007"/>
            <a:ext cx="2549562" cy="167819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Analytic(LSTM)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097BA6-C3EC-3494-D2B5-CB742954F1F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89490" y="1375065"/>
            <a:ext cx="0" cy="347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6A2D6F-1134-C58D-BD43-85FDFCBDF633}"/>
              </a:ext>
            </a:extLst>
          </p:cNvPr>
          <p:cNvCxnSpPr>
            <a:stCxn id="5" idx="3"/>
          </p:cNvCxnSpPr>
          <p:nvPr/>
        </p:nvCxnSpPr>
        <p:spPr>
          <a:xfrm flipV="1">
            <a:off x="4489980" y="1982693"/>
            <a:ext cx="10004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0C5B25-CBA3-A72B-F89D-645CB6AC7F8F}"/>
              </a:ext>
            </a:extLst>
          </p:cNvPr>
          <p:cNvCxnSpPr>
            <a:cxnSpLocks/>
            <a:stCxn id="10" idx="1"/>
          </p:cNvCxnSpPr>
          <p:nvPr/>
        </p:nvCxnSpPr>
        <p:spPr>
          <a:xfrm>
            <a:off x="6765251" y="2741413"/>
            <a:ext cx="0" cy="528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0F5B523-E386-91A5-6F96-8D6D5DDEF623}"/>
              </a:ext>
            </a:extLst>
          </p:cNvPr>
          <p:cNvSpPr/>
          <p:nvPr/>
        </p:nvSpPr>
        <p:spPr>
          <a:xfrm>
            <a:off x="2775024" y="5057594"/>
            <a:ext cx="1606475" cy="634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Exhaust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7006CF-086A-9942-031C-5AB5F91A62D3}"/>
              </a:ext>
            </a:extLst>
          </p:cNvPr>
          <p:cNvSpPr/>
          <p:nvPr/>
        </p:nvSpPr>
        <p:spPr>
          <a:xfrm>
            <a:off x="9252235" y="5057593"/>
            <a:ext cx="1606475" cy="634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Mixer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D63703D7-1F61-D93E-081B-687B624559C6}"/>
              </a:ext>
            </a:extLst>
          </p:cNvPr>
          <p:cNvSpPr/>
          <p:nvPr/>
        </p:nvSpPr>
        <p:spPr>
          <a:xfrm>
            <a:off x="6195094" y="3268978"/>
            <a:ext cx="1140311" cy="107845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</a:t>
            </a:r>
            <a:endParaRPr lang="en-US" sz="1600" dirty="0"/>
          </a:p>
          <a:p>
            <a:pPr algn="ctr"/>
            <a:r>
              <a:rPr lang="en-US" sz="1200" dirty="0"/>
              <a:t>Level</a:t>
            </a:r>
            <a:endParaRPr lang="en-US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8A074A-823F-06BF-B731-479AF73697AE}"/>
              </a:ext>
            </a:extLst>
          </p:cNvPr>
          <p:cNvSpPr txBox="1"/>
          <p:nvPr/>
        </p:nvSpPr>
        <p:spPr>
          <a:xfrm rot="2775172">
            <a:off x="7546143" y="4006624"/>
            <a:ext cx="142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 &gt; 25PPM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615C26-B4F9-945A-DE55-78F376635BC2}"/>
              </a:ext>
            </a:extLst>
          </p:cNvPr>
          <p:cNvSpPr txBox="1"/>
          <p:nvPr/>
        </p:nvSpPr>
        <p:spPr>
          <a:xfrm rot="18085336">
            <a:off x="4341413" y="3692618"/>
            <a:ext cx="189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 &gt; 7PPM &amp;</a:t>
            </a:r>
          </a:p>
          <a:p>
            <a:r>
              <a:rPr lang="en-US" dirty="0"/>
              <a:t> &lt; 25PPM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EA1DB05A-BC07-D88B-16AE-BE8F166BEC29}"/>
              </a:ext>
            </a:extLst>
          </p:cNvPr>
          <p:cNvCxnSpPr>
            <a:cxnSpLocks/>
            <a:stCxn id="32" idx="3"/>
            <a:endCxn id="30" idx="1"/>
          </p:cNvCxnSpPr>
          <p:nvPr/>
        </p:nvCxnSpPr>
        <p:spPr>
          <a:xfrm>
            <a:off x="7335405" y="3808205"/>
            <a:ext cx="1916830" cy="15667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A9D8E1FA-997C-5336-A59D-F706DF9002C0}"/>
              </a:ext>
            </a:extLst>
          </p:cNvPr>
          <p:cNvCxnSpPr>
            <a:stCxn id="32" idx="1"/>
          </p:cNvCxnSpPr>
          <p:nvPr/>
        </p:nvCxnSpPr>
        <p:spPr>
          <a:xfrm rot="10800000" flipV="1">
            <a:off x="4381500" y="3808204"/>
            <a:ext cx="1813594" cy="1522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53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Vignesh Kalivarapu  (B.Tech_2026)</dc:creator>
  <cp:lastModifiedBy>Sai Vignesh</cp:lastModifiedBy>
  <cp:revision>2</cp:revision>
  <dcterms:created xsi:type="dcterms:W3CDTF">2025-08-13T10:26:36Z</dcterms:created>
  <dcterms:modified xsi:type="dcterms:W3CDTF">2025-08-14T08:51:50Z</dcterms:modified>
</cp:coreProperties>
</file>